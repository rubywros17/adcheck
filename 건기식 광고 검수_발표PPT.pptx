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12"/>
  </p:normalViewPr>
  <p:slideViewPr>
    <p:cSldViewPr snapToGrid="0" snapToObjects="1">
      <p:cViewPr>
        <p:scale>
          <a:sx n="80" d="100"/>
          <a:sy n="80" d="100"/>
        </p:scale>
        <p:origin x="616" y="9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 preview">
            <a:extLst>
              <a:ext uri="{FF2B5EF4-FFF2-40B4-BE49-F238E27FC236}">
                <a16:creationId xmlns:a16="http://schemas.microsoft.com/office/drawing/2014/main" id="{8CDCE555-2DAE-3F9C-6150-035B9E520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422" y="2023894"/>
            <a:ext cx="5551023" cy="2531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emo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30400" y="1663700"/>
            <a:ext cx="8331200" cy="4686300"/>
          </a:xfrm>
          <a:prstGeom prst="rect">
            <a:avLst/>
          </a:prstGeom>
        </p:spPr>
      </p:pic>
      <p:pic>
        <p:nvPicPr>
          <p:cNvPr id="4" name="건기식 광고 검수_시연 영상">
            <a:hlinkClick r:id="" action="ppaction://media"/>
            <a:extLst>
              <a:ext uri="{FF2B5EF4-FFF2-40B4-BE49-F238E27FC236}">
                <a16:creationId xmlns:a16="http://schemas.microsoft.com/office/drawing/2014/main" id="{BF387999-9414-D23F-75A7-7D778D2CC7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44842" y="1653005"/>
            <a:ext cx="8630653" cy="4854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Macintosh PowerPoint</Application>
  <PresentationFormat>Widescreen</PresentationFormat>
  <Paragraphs>0</Paragraphs>
  <Slides>23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이효정</cp:lastModifiedBy>
  <cp:revision>3</cp:revision>
  <dcterms:created xsi:type="dcterms:W3CDTF">2013-01-27T09:14:16Z</dcterms:created>
  <dcterms:modified xsi:type="dcterms:W3CDTF">2026-09-28T04:15:55Z</dcterms:modified>
  <cp:category/>
</cp:coreProperties>
</file>